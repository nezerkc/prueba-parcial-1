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Inter"/>
      <p:regular r:id="rId15"/>
      <p:bold r:id="rId16"/>
      <p:italic r:id="rId17"/>
      <p:boldItalic r:id="rId18"/>
    </p:embeddedFont>
    <p:embeddedFont>
      <p:font typeface="Petrona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48V+udFt60gXffsQxkFb0dpTB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etrona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regular.fntdata"/><Relationship Id="rId14" Type="http://schemas.openxmlformats.org/officeDocument/2006/relationships/slide" Target="slides/slide10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slide" Target="slides/slide1.xml"/><Relationship Id="rId19" Type="http://schemas.openxmlformats.org/officeDocument/2006/relationships/font" Target="fonts/Petrona-bold.fntdata"/><Relationship Id="rId6" Type="http://schemas.openxmlformats.org/officeDocument/2006/relationships/slide" Target="slides/slide2.xml"/><Relationship Id="rId18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6aa0c82d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fa6aa0c82d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a6aa0c82d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" name="Google Shape;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jp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61475" y="1820779"/>
            <a:ext cx="10868745" cy="1175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b="1" lang="en-US" sz="39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Tienda “Sonido Vivo”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61475" y="3071416"/>
            <a:ext cx="10868745" cy="31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Plataforma Web y Sistema de Gestión de Inventario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61475" y="3664942"/>
            <a:ext cx="10868745" cy="81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Evaluación Parcial 1 — DSY1104 Desarrollo Fullstack II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Dylan Sandoval</a:t>
            </a:r>
            <a:endParaRPr/>
          </a:p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Victor Martinez</a:t>
            </a:r>
            <a:endParaRPr/>
          </a:p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Danilo Sepulveda</a:t>
            </a:r>
            <a:endParaRPr/>
          </a:p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09-09-2026</a:t>
            </a:r>
            <a:endParaRPr/>
          </a:p>
        </p:txBody>
      </p:sp>
      <p:pic>
        <p:nvPicPr>
          <p:cNvPr id="19" name="Google Shape;1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25" y="6115055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61475" y="1308100"/>
            <a:ext cx="10868745" cy="620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b="1" lang="en-US" sz="39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11 años gestionando todo a mano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61475" y="2003921"/>
            <a:ext cx="10868745" cy="31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El contexto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61475" y="2597448"/>
            <a:ext cx="10868745" cy="1422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Sonido Vivo lleva 11 años en Viña del Mar, pero gestiona todo de forma manual: los pedidos llegan por WhatsApp e Instagram, y </a:t>
            </a:r>
            <a:r>
              <a:rPr b="1"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 de cada 10 quedan sin respuesta.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 catálogo de más de </a:t>
            </a:r>
            <a:r>
              <a:rPr b="1"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340 productos</a:t>
            </a: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vive en planillas Excel desincronizadas, lo que genera ventas de productos que ya no tienen en stock.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61475" y="4326830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900"/>
              <a:buFont typeface="Petrona"/>
              <a:buNone/>
            </a:pPr>
            <a:r>
              <a:rPr b="1" lang="en-US" sz="49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11</a:t>
            </a:r>
            <a:endParaRPr sz="4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61475" y="5186759"/>
            <a:ext cx="3465426" cy="31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Años en operación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61475" y="5610225"/>
            <a:ext cx="346542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Con procesos completamente manuales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363135" y="4326830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900"/>
              <a:buFont typeface="Petrona"/>
              <a:buNone/>
            </a:pPr>
            <a:r>
              <a:rPr b="1" lang="en-US" sz="49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3/10</a:t>
            </a:r>
            <a:endParaRPr sz="4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363135" y="5186759"/>
            <a:ext cx="3465426" cy="31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Pedidos sin respuesta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363135" y="5610225"/>
            <a:ext cx="346542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Por WhatsApp e Instagram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064794" y="4326830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900"/>
              <a:buFont typeface="Petrona"/>
              <a:buNone/>
            </a:pPr>
            <a:r>
              <a:rPr b="1" lang="en-US" sz="49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340+</a:t>
            </a:r>
            <a:endParaRPr sz="4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064794" y="5186759"/>
            <a:ext cx="3465426" cy="31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Productos en catálogo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064794" y="5610225"/>
            <a:ext cx="346542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En planillas Excel no actualizadas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17" y="6115050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661475" y="1662212"/>
            <a:ext cx="10868745" cy="620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b="1" lang="en-US" sz="39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Una tienda online completa para Sonido Vivo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61475" y="2565896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 resolver esto, construimos una tienda online donde los clientes navegan el catálogo, ven la ficha técnica de cada instrumento y compran directo con carrito de compras.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61475" y="3383359"/>
            <a:ext cx="3496877" cy="2175073"/>
          </a:xfrm>
          <a:prstGeom prst="roundRect">
            <a:avLst>
              <a:gd fmla="val 3650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56832" y="3578721"/>
            <a:ext cx="567021" cy="567035"/>
          </a:xfrm>
          <a:prstGeom prst="ellipse">
            <a:avLst/>
          </a:prstGeom>
          <a:solidFill>
            <a:srgbClr val="9A81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47" name="Google Shape;47;p3"/>
          <p:cNvSpPr/>
          <p:nvPr/>
        </p:nvSpPr>
        <p:spPr>
          <a:xfrm>
            <a:off x="1012800" y="3734594"/>
            <a:ext cx="255085" cy="255091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3"/>
          <p:cNvSpPr/>
          <p:nvPr/>
        </p:nvSpPr>
        <p:spPr>
          <a:xfrm>
            <a:off x="856832" y="4334768"/>
            <a:ext cx="3106164" cy="31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Tienda online pública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56832" y="4758234"/>
            <a:ext cx="310616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Catálogo interactivo accesible para todos los clientes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347359" y="3383359"/>
            <a:ext cx="3496877" cy="2175073"/>
          </a:xfrm>
          <a:prstGeom prst="roundRect">
            <a:avLst>
              <a:gd fmla="val 3650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42716" y="3578721"/>
            <a:ext cx="567021" cy="567035"/>
          </a:xfrm>
          <a:prstGeom prst="ellipse">
            <a:avLst/>
          </a:prstGeom>
          <a:solidFill>
            <a:srgbClr val="9A81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52" name="Google Shape;52;p3"/>
          <p:cNvSpPr/>
          <p:nvPr/>
        </p:nvSpPr>
        <p:spPr>
          <a:xfrm>
            <a:off x="4698684" y="3734594"/>
            <a:ext cx="255085" cy="255091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3"/>
          <p:cNvSpPr/>
          <p:nvPr/>
        </p:nvSpPr>
        <p:spPr>
          <a:xfrm>
            <a:off x="4542716" y="4334768"/>
            <a:ext cx="3106164" cy="31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Ficha técnica detallada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42716" y="4758234"/>
            <a:ext cx="310616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Información completa por producto: marca, precio y stock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033244" y="3383359"/>
            <a:ext cx="3496877" cy="2175073"/>
          </a:xfrm>
          <a:prstGeom prst="roundRect">
            <a:avLst>
              <a:gd fmla="val 3650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228600" y="3578721"/>
            <a:ext cx="567021" cy="567035"/>
          </a:xfrm>
          <a:prstGeom prst="ellipse">
            <a:avLst/>
          </a:prstGeom>
          <a:solidFill>
            <a:srgbClr val="9A81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57" name="Google Shape;57;p3"/>
          <p:cNvSpPr/>
          <p:nvPr/>
        </p:nvSpPr>
        <p:spPr>
          <a:xfrm>
            <a:off x="8384568" y="3734594"/>
            <a:ext cx="255085" cy="255091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"/>
          <p:cNvSpPr/>
          <p:nvPr/>
        </p:nvSpPr>
        <p:spPr>
          <a:xfrm>
            <a:off x="8228600" y="4334768"/>
            <a:ext cx="3106164" cy="31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Carrito de compras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228600" y="4758234"/>
            <a:ext cx="310616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Cálculo automático de subtotal, IVA y total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31" y="6115050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661650" y="671116"/>
            <a:ext cx="108687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550"/>
              <a:buFont typeface="Petrona"/>
              <a:buNone/>
            </a:pPr>
            <a:r>
              <a:rPr b="1" lang="en-US" sz="255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Flujo de compra en la práctica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029308" y="4664098"/>
            <a:ext cx="25677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etrona"/>
              <a:buNone/>
            </a:pPr>
            <a:r>
              <a:rPr b="1"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Catálogo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2057558" y="4664092"/>
            <a:ext cx="25677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etrona"/>
              <a:buNone/>
            </a:pPr>
            <a:r>
              <a:rPr b="1"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Home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609" y="1695801"/>
            <a:ext cx="5419577" cy="285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3136" y="1990628"/>
            <a:ext cx="5836013" cy="2268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19875" y="6138123"/>
            <a:ext cx="1172114" cy="719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6aa0c82d_0_1"/>
          <p:cNvSpPr/>
          <p:nvPr/>
        </p:nvSpPr>
        <p:spPr>
          <a:xfrm>
            <a:off x="661475" y="740866"/>
            <a:ext cx="108687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550"/>
              <a:buFont typeface="Petrona"/>
              <a:buNone/>
            </a:pPr>
            <a:r>
              <a:rPr b="1" lang="en-US" sz="255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Flujo de compra en la práctica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a6aa0c82d_0_1"/>
          <p:cNvSpPr/>
          <p:nvPr/>
        </p:nvSpPr>
        <p:spPr>
          <a:xfrm>
            <a:off x="7760958" y="4399241"/>
            <a:ext cx="25677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etrona"/>
              <a:buNone/>
            </a:pPr>
            <a:r>
              <a:rPr b="1"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Carrito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a6aa0c82d_0_1"/>
          <p:cNvSpPr/>
          <p:nvPr/>
        </p:nvSpPr>
        <p:spPr>
          <a:xfrm>
            <a:off x="1807133" y="4399260"/>
            <a:ext cx="25677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etrona"/>
              <a:buNone/>
            </a:pPr>
            <a:r>
              <a:rPr b="1"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Ficha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a6aa0c82d_0_1"/>
          <p:cNvSpPr/>
          <p:nvPr/>
        </p:nvSpPr>
        <p:spPr>
          <a:xfrm>
            <a:off x="661475" y="6009779"/>
            <a:ext cx="10868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Desde el home se entra al catálogo, se filtra por categoría, se abre la ficha técnica de un producto con su marca, precio y stock, y desde ahí se agrega al carrito, donde se calcula automáticamente el subtotal, el IVA y el total.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g3fa6aa0c82d_0_1" title="Gemini_Generated_Image_jys8ygjys8ygjys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5" y="1460866"/>
            <a:ext cx="4839793" cy="2625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fa6aa0c82d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5838" y="1460875"/>
            <a:ext cx="5077926" cy="262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fa6aa0c82d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82325" y="6115060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661475" y="902295"/>
            <a:ext cx="10868745" cy="59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700"/>
              <a:buFont typeface="Petrona"/>
              <a:buNone/>
            </a:pPr>
            <a:r>
              <a:rPr b="1" lang="en-US" sz="37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Estructura HTML Semántica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61475" y="1905496"/>
            <a:ext cx="5214609" cy="142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lang="en-US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Etiquetas semánticas en vez de &lt;div&gt; genéricos </a:t>
            </a:r>
            <a:endParaRPr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t/>
            </a:r>
            <a:endParaRPr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lang="en-US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&lt;header&gt;, &lt;main&gt;, &lt;section&gt; con propósito claro </a:t>
            </a:r>
            <a:endParaRPr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t/>
            </a:r>
            <a:endParaRPr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lang="en-US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Mejora accesibilidad y SEO.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800" y="1493450"/>
            <a:ext cx="5512674" cy="43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82325" y="6115039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661625" y="804727"/>
            <a:ext cx="108687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b="1" lang="en-US" sz="39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CSS Externo y Consistente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525" y="4678419"/>
            <a:ext cx="3622881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850532" y="5623477"/>
            <a:ext cx="3244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Una sola hoja de estilos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50532" y="6046943"/>
            <a:ext cx="3244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E0D6DE"/>
                </a:solidFill>
                <a:highlight>
                  <a:srgbClr val="191231"/>
                </a:highlight>
                <a:latin typeface="Consolas"/>
                <a:ea typeface="Consolas"/>
                <a:cs typeface="Consolas"/>
                <a:sym typeface="Consolas"/>
              </a:rPr>
              <a:t>css/styles.css</a:t>
            </a: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enlazada en todas las páginas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407" y="4678419"/>
            <a:ext cx="3622881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4473414" y="5623477"/>
            <a:ext cx="3244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Variables CSS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473414" y="6046943"/>
            <a:ext cx="32448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Consistencia de color en todo el sitio desde un solo lugar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289" y="4678419"/>
            <a:ext cx="3622881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8096296" y="5623477"/>
            <a:ext cx="3244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b="1" lang="en-US" sz="195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Diseño responsivo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096296" y="6046943"/>
            <a:ext cx="32448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Enfoque mobile-first para todos los dispositivos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82325" y="6556326"/>
            <a:ext cx="1209675" cy="3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25" y="1500477"/>
            <a:ext cx="5119345" cy="2948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8520" y="2064102"/>
            <a:ext cx="5992830" cy="1412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661625" y="403254"/>
            <a:ext cx="108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950"/>
              <a:buFont typeface="Petrona"/>
              <a:buNone/>
            </a:pPr>
            <a:r>
              <a:rPr b="1" lang="en-US" sz="305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Validación de Formularios con JavaScript</a:t>
            </a:r>
            <a:endParaRPr sz="3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33" y="6115046"/>
            <a:ext cx="12096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425" y="1144600"/>
            <a:ext cx="5718075" cy="481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35424"/>
            <a:ext cx="6086301" cy="34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661475" y="332612"/>
            <a:ext cx="459300" cy="282600"/>
          </a:xfrm>
          <a:prstGeom prst="roundRect">
            <a:avLst>
              <a:gd fmla="val 22117" name="adj"/>
            </a:avLst>
          </a:prstGeom>
          <a:solidFill>
            <a:srgbClr val="1C11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73093" y="388373"/>
            <a:ext cx="845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GIT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50175" y="639397"/>
            <a:ext cx="108687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800"/>
              <a:buFont typeface="Petrona"/>
              <a:buNone/>
            </a:pPr>
            <a:r>
              <a:rPr b="1" lang="en-US" sz="38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Trabajo Colaborativo en Git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50175" y="2719550"/>
            <a:ext cx="3737100" cy="18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Ramas separadas por tarea </a:t>
            </a:r>
            <a:endParaRPr sz="145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t/>
            </a:r>
            <a:endParaRPr sz="145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Integración vía Pull Request </a:t>
            </a:r>
            <a:endParaRPr sz="145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t/>
            </a:r>
            <a:endParaRPr sz="145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Historial con aporte de cada integrante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6300" y="6388503"/>
            <a:ext cx="1145700" cy="4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725" y="1347789"/>
            <a:ext cx="7412656" cy="4632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661475" y="1640185"/>
            <a:ext cx="10868745" cy="620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b="1" lang="en-US" sz="39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Gracias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61475" y="2543870"/>
            <a:ext cx="10868745" cy="1240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7800"/>
              <a:buFont typeface="Petrona"/>
              <a:buNone/>
            </a:pPr>
            <a:r>
              <a:rPr b="1" lang="en-US" sz="78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¿Preguntas?</a:t>
            </a:r>
            <a:endParaRPr sz="7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61475" y="4114998"/>
            <a:ext cx="10868745" cy="25400"/>
          </a:xfrm>
          <a:prstGeom prst="roundRect">
            <a:avLst>
              <a:gd fmla="val 49999" name="adj"/>
            </a:avLst>
          </a:prstGeom>
          <a:solidFill>
            <a:srgbClr val="E0D6DE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25" y="6115040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2026-09-08T20:39:40Z</dcterms:created>
</cp:coreProperties>
</file>