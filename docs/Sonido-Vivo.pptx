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Petrona" panose="020B0604020202020204" charset="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48V+udFt60gXffsQxkFb0dpTB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a6aa0c82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fa6aa0c82d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a6aa0c82d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490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1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61475" y="1820779"/>
            <a:ext cx="10868745" cy="1175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lang="en-US" sz="39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Tienda “Sonido Vivo”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61475" y="3071416"/>
            <a:ext cx="10868745" cy="3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Plataforma Web y Sistema de Gestión de Inventario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61475" y="3664942"/>
            <a:ext cx="10868745" cy="81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Evaluación Parcial 1 — DSY1104 Desarrollo Fullstack II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Dylan Sandoval</a:t>
            </a:r>
            <a:endParaRPr/>
          </a:p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Victor Martinez</a:t>
            </a:r>
            <a:endParaRPr/>
          </a:p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Danilo Sepulveda</a:t>
            </a:r>
            <a:endParaRPr/>
          </a:p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09-09-2026</a:t>
            </a:r>
            <a:endParaRPr/>
          </a:p>
        </p:txBody>
      </p:sp>
      <p:pic>
        <p:nvPicPr>
          <p:cNvPr id="19" name="Google Shape;1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25" y="6115055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661475" y="1308100"/>
            <a:ext cx="10868745" cy="62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lang="en-US" sz="39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11 años gestionando todo a mano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61475" y="2003921"/>
            <a:ext cx="10868745" cy="3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El contexto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61475" y="2597448"/>
            <a:ext cx="10868745" cy="142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Sonido Vivo lleva 11 años en Viña del Mar, pero gestiona todo de forma manual: los pedidos llegan por WhatsApp e Instagram, y </a:t>
            </a:r>
            <a:r>
              <a:rPr lang="en-US" sz="1450" b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 de cada 10 quedan sin respuesta.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 catálogo de más de </a:t>
            </a:r>
            <a:r>
              <a:rPr lang="en-US" sz="1450" b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340 productos</a:t>
            </a: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vive en planillas Excel desincronizadas, lo que genera ventas de productos que ya no tienen en stock.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61475" y="4326830"/>
            <a:ext cx="3465426" cy="623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900"/>
              <a:buFont typeface="Petrona"/>
              <a:buNone/>
            </a:pPr>
            <a:r>
              <a:rPr lang="en-US" sz="490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11</a:t>
            </a:r>
            <a:endParaRPr sz="4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61475" y="5186759"/>
            <a:ext cx="3465426" cy="3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Años en operación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61475" y="5610225"/>
            <a:ext cx="346542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Con procesos completamente manuales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363135" y="4326830"/>
            <a:ext cx="3465426" cy="623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900"/>
              <a:buFont typeface="Petrona"/>
              <a:buNone/>
            </a:pPr>
            <a:r>
              <a:rPr lang="en-US" sz="490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3/10</a:t>
            </a:r>
            <a:endParaRPr sz="4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363135" y="5186759"/>
            <a:ext cx="3465426" cy="3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Pedidos sin respuesta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363135" y="5610225"/>
            <a:ext cx="346542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Por WhatsApp e Instagram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064794" y="4326830"/>
            <a:ext cx="3465426" cy="623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4900"/>
              <a:buFont typeface="Petrona"/>
              <a:buNone/>
            </a:pPr>
            <a:r>
              <a:rPr lang="en-US" sz="490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340+</a:t>
            </a:r>
            <a:endParaRPr sz="4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064794" y="5186759"/>
            <a:ext cx="3465426" cy="3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Productos en catálogo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064794" y="5610225"/>
            <a:ext cx="346542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En planillas Excel no actualizadas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17" y="6115050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/>
          <p:nvPr/>
        </p:nvSpPr>
        <p:spPr>
          <a:xfrm>
            <a:off x="661475" y="1662212"/>
            <a:ext cx="10868745" cy="62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lang="en-US" sz="39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Una tienda online completa para Sonido Vivo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61475" y="2565896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 resolver esto, construimos una tienda online donde los clientes navegan el catálogo, ven la ficha técnica de cada instrumento y compran directo con carrito de compras.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61475" y="3383359"/>
            <a:ext cx="3496877" cy="2175073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9525" cap="flat" cmpd="sng">
            <a:solidFill>
              <a:srgbClr val="4836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56832" y="3578721"/>
            <a:ext cx="567021" cy="567035"/>
          </a:xfrm>
          <a:prstGeom prst="ellipse">
            <a:avLst/>
          </a:prstGeom>
          <a:solidFill>
            <a:srgbClr val="9A8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 descr="preencoded.png"/>
          <p:cNvSpPr/>
          <p:nvPr/>
        </p:nvSpPr>
        <p:spPr>
          <a:xfrm>
            <a:off x="1012800" y="3734594"/>
            <a:ext cx="255085" cy="2550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8" name="Google Shape;48;p3"/>
          <p:cNvSpPr/>
          <p:nvPr/>
        </p:nvSpPr>
        <p:spPr>
          <a:xfrm>
            <a:off x="856832" y="4334768"/>
            <a:ext cx="3106164" cy="3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Tienda online pública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56832" y="4758234"/>
            <a:ext cx="3106164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Catálogo interactivo accesible para todos los clientes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347359" y="3383359"/>
            <a:ext cx="3496877" cy="2175073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9525" cap="flat" cmpd="sng">
            <a:solidFill>
              <a:srgbClr val="4836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42716" y="3578721"/>
            <a:ext cx="567021" cy="567035"/>
          </a:xfrm>
          <a:prstGeom prst="ellipse">
            <a:avLst/>
          </a:prstGeom>
          <a:solidFill>
            <a:srgbClr val="9A8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 descr="preencoded.png"/>
          <p:cNvSpPr/>
          <p:nvPr/>
        </p:nvSpPr>
        <p:spPr>
          <a:xfrm>
            <a:off x="4698684" y="3734594"/>
            <a:ext cx="255085" cy="2550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3" name="Google Shape;53;p3"/>
          <p:cNvSpPr/>
          <p:nvPr/>
        </p:nvSpPr>
        <p:spPr>
          <a:xfrm>
            <a:off x="4542716" y="4334768"/>
            <a:ext cx="3106164" cy="3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Ficha técnica detallada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42716" y="4758234"/>
            <a:ext cx="3106164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Información completa por producto: marca, precio y stock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033244" y="3383359"/>
            <a:ext cx="3496877" cy="2175073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9525" cap="flat" cmpd="sng">
            <a:solidFill>
              <a:srgbClr val="4836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228600" y="3578721"/>
            <a:ext cx="567021" cy="567035"/>
          </a:xfrm>
          <a:prstGeom prst="ellipse">
            <a:avLst/>
          </a:prstGeom>
          <a:solidFill>
            <a:srgbClr val="9A81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 descr="preencoded.png"/>
          <p:cNvSpPr/>
          <p:nvPr/>
        </p:nvSpPr>
        <p:spPr>
          <a:xfrm>
            <a:off x="8384568" y="3734594"/>
            <a:ext cx="255085" cy="2550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8" name="Google Shape;58;p3"/>
          <p:cNvSpPr/>
          <p:nvPr/>
        </p:nvSpPr>
        <p:spPr>
          <a:xfrm>
            <a:off x="8228600" y="4334768"/>
            <a:ext cx="3106164" cy="3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Carrito de compras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228600" y="4758234"/>
            <a:ext cx="3106164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Cálculo automático de subtotal, IVA y total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31" y="6115050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661650" y="671116"/>
            <a:ext cx="108687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550"/>
              <a:buFont typeface="Petrona"/>
              <a:buNone/>
            </a:pPr>
            <a:r>
              <a:rPr lang="en-US" sz="4000" b="1" dirty="0" err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Flujo</a:t>
            </a:r>
            <a:r>
              <a:rPr lang="en-US" sz="4000" b="1" dirty="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 de </a:t>
            </a:r>
            <a:r>
              <a:rPr lang="en-US" sz="4000" b="1" dirty="0" err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compra</a:t>
            </a:r>
            <a:r>
              <a:rPr lang="en-US" sz="4000" b="1" dirty="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 </a:t>
            </a:r>
            <a:r>
              <a:rPr lang="en-US" sz="4000" b="1" dirty="0" err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en</a:t>
            </a:r>
            <a:r>
              <a:rPr lang="en-US" sz="4000" b="1" dirty="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 la </a:t>
            </a:r>
            <a:r>
              <a:rPr lang="en-US" sz="4000" b="1" dirty="0" err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práctica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428174" y="5553092"/>
            <a:ext cx="2567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etrona"/>
              <a:buNone/>
            </a:pPr>
            <a:r>
              <a:rPr lang="en-US" sz="3200" b="1" dirty="0" err="1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Catálogo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729950" y="5553092"/>
            <a:ext cx="2567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etrona"/>
              <a:buNone/>
            </a:pPr>
            <a:r>
              <a:rPr lang="en-US" sz="3200" b="1" dirty="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Home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9875" y="6138123"/>
            <a:ext cx="1172114" cy="719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2829CFD-2C14-103C-CDC7-7AEF79352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295" y="1900987"/>
            <a:ext cx="5281010" cy="341436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34018F4-C011-A0F9-44DC-F063F8362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868" y="1900987"/>
            <a:ext cx="5342311" cy="34143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a6aa0c82d_0_1"/>
          <p:cNvSpPr/>
          <p:nvPr/>
        </p:nvSpPr>
        <p:spPr>
          <a:xfrm>
            <a:off x="661475" y="740866"/>
            <a:ext cx="108687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550"/>
              <a:buFont typeface="Petrona"/>
              <a:buNone/>
            </a:pPr>
            <a:r>
              <a:rPr lang="en-US" sz="255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Flujo de compra en la práctica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a6aa0c82d_0_1"/>
          <p:cNvSpPr/>
          <p:nvPr/>
        </p:nvSpPr>
        <p:spPr>
          <a:xfrm>
            <a:off x="7800235" y="5190264"/>
            <a:ext cx="2567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etrona"/>
              <a:buNone/>
            </a:pPr>
            <a:r>
              <a:rPr lang="en-US" sz="3200" b="1" dirty="0" err="1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Carrito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a6aa0c82d_0_1"/>
          <p:cNvSpPr/>
          <p:nvPr/>
        </p:nvSpPr>
        <p:spPr>
          <a:xfrm>
            <a:off x="1824067" y="5190264"/>
            <a:ext cx="25677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etrona"/>
              <a:buNone/>
            </a:pPr>
            <a:r>
              <a:rPr lang="en-US" sz="3200" b="1" dirty="0" err="1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Ficha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a6aa0c82d_0_1"/>
          <p:cNvSpPr/>
          <p:nvPr/>
        </p:nvSpPr>
        <p:spPr>
          <a:xfrm>
            <a:off x="661475" y="6009779"/>
            <a:ext cx="108687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50"/>
              <a:buFont typeface="Inter"/>
              <a:buNone/>
            </a:pP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Desde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el home se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entra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catálogo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se filtra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categoría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se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abre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ficha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técnica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de un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producto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marca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precio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y stock, y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desde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ahí se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agrega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carrito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donde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calcula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50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automáticamente</a:t>
            </a:r>
            <a:r>
              <a:rPr lang="en-US" sz="95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el subtotal, el IVA y el total.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g3fa6aa0c82d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25" y="6115060"/>
            <a:ext cx="12096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956242-4F04-1B28-F757-C9DE5C459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35" y="1646481"/>
            <a:ext cx="5615253" cy="329497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41B05BC-EF69-A516-58C7-61C8286A0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25" y="1646480"/>
            <a:ext cx="5818140" cy="32949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661475" y="902295"/>
            <a:ext cx="10868745" cy="59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700"/>
              <a:buFont typeface="Petrona"/>
              <a:buNone/>
            </a:pPr>
            <a:r>
              <a:rPr lang="en-US" sz="37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Estructura HTML Semántica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61475" y="1905496"/>
            <a:ext cx="5214609" cy="142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rPr lang="en-US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Etiquetas semánticas en vez de &lt;div&gt; genéricos </a:t>
            </a:r>
            <a:endParaRPr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endParaRPr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rPr lang="en-US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&lt;header&gt;, &lt;main&gt;, &lt;section&gt; con propósito claro </a:t>
            </a:r>
            <a:endParaRPr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endParaRPr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Inter"/>
              <a:buNone/>
            </a:pPr>
            <a:r>
              <a:rPr lang="en-US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Mejora accesibilidad y SEO.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800" y="1493450"/>
            <a:ext cx="5512674" cy="43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82325" y="6115039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661625" y="804727"/>
            <a:ext cx="108687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lang="en-US" sz="39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CSS Externo y Consistente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525" y="4678419"/>
            <a:ext cx="3622881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850532" y="5623477"/>
            <a:ext cx="32448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Una sola hoja de estilos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50532" y="6046943"/>
            <a:ext cx="32448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E0D6DE"/>
                </a:solidFill>
                <a:highlight>
                  <a:srgbClr val="191231"/>
                </a:highlight>
                <a:latin typeface="Consolas"/>
                <a:ea typeface="Consolas"/>
                <a:cs typeface="Consolas"/>
                <a:sym typeface="Consolas"/>
              </a:rPr>
              <a:t>css/styles.css</a:t>
            </a: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enlazada en todas las páginas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4407" y="4678419"/>
            <a:ext cx="3622881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4473414" y="5623477"/>
            <a:ext cx="32448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Variables CSS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473414" y="6046943"/>
            <a:ext cx="32448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Consistencia de color en todo el sitio desde un solo lugar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7289" y="4678419"/>
            <a:ext cx="3622881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8096296" y="5623477"/>
            <a:ext cx="32448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Petrona"/>
              <a:buNone/>
            </a:pPr>
            <a:r>
              <a:rPr lang="en-US" sz="1950" b="1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Diseño responsivo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096296" y="6046943"/>
            <a:ext cx="32448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Enfoque mobile-first para todos los dispositivos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82325" y="6556326"/>
            <a:ext cx="1209675" cy="31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25" y="1500477"/>
            <a:ext cx="5119345" cy="2948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88520" y="2064102"/>
            <a:ext cx="5992830" cy="1412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661625" y="403254"/>
            <a:ext cx="108687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950"/>
              <a:buFont typeface="Petrona"/>
              <a:buNone/>
            </a:pPr>
            <a:r>
              <a:rPr lang="en-US" sz="305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Validación de Formularios con JavaScript</a:t>
            </a:r>
            <a:endParaRPr sz="3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33" y="6115046"/>
            <a:ext cx="12096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425" y="1144600"/>
            <a:ext cx="5718075" cy="481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935424"/>
            <a:ext cx="6086301" cy="34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661475" y="332612"/>
            <a:ext cx="459300" cy="282600"/>
          </a:xfrm>
          <a:prstGeom prst="roundRect">
            <a:avLst>
              <a:gd name="adj" fmla="val 22117"/>
            </a:avLst>
          </a:prstGeom>
          <a:solidFill>
            <a:srgbClr val="1C113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773093" y="388373"/>
            <a:ext cx="845400" cy="1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GIT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50175" y="639397"/>
            <a:ext cx="10868700" cy="6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800"/>
              <a:buFont typeface="Petrona"/>
              <a:buNone/>
            </a:pPr>
            <a:r>
              <a:rPr lang="en-US" sz="38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Trabajo Colaborativo en Git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50175" y="2719550"/>
            <a:ext cx="3737100" cy="18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Ramas separadas por tarea </a:t>
            </a:r>
            <a:endParaRPr sz="1450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endParaRPr sz="1450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Integración vía Pull Request </a:t>
            </a:r>
            <a:endParaRPr sz="1450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endParaRPr sz="1450">
              <a:solidFill>
                <a:srgbClr val="E0D6D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- Historial con aporte de cada integrante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6300" y="6388503"/>
            <a:ext cx="1145700" cy="4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725" y="1347789"/>
            <a:ext cx="7412656" cy="4632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661475" y="1640185"/>
            <a:ext cx="10868745" cy="62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lang="en-US" sz="39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Gracias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61475" y="2543870"/>
            <a:ext cx="10868745" cy="124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7800"/>
              <a:buFont typeface="Petrona"/>
              <a:buNone/>
            </a:pPr>
            <a:r>
              <a:rPr lang="en-US" sz="78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¿Preguntas?</a:t>
            </a:r>
            <a:endParaRPr sz="7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61475" y="411499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0D6DE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325" y="6115040"/>
            <a:ext cx="12096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PresentationFormat>Panorámica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Calibri</vt:lpstr>
      <vt:lpstr>Consolas</vt:lpstr>
      <vt:lpstr>Inter</vt:lpstr>
      <vt:lpstr>Arial</vt:lpstr>
      <vt:lpstr>Petrona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Danilo Sepulveda</cp:lastModifiedBy>
  <cp:revision>1</cp:revision>
  <dcterms:created xsi:type="dcterms:W3CDTF">2026-09-08T20:39:40Z</dcterms:created>
  <dcterms:modified xsi:type="dcterms:W3CDTF">2026-09-09T18:17:54Z</dcterms:modified>
</cp:coreProperties>
</file>